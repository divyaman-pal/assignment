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24"/>
          </a:solidFill>
          <a:ln w="12700">
            <a:solidFill>
              <a:srgbClr val="1020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DataLake3Auth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facial recognition and liveness detection for remote field authentication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Android + AWS validated submission snapshot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2834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96265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97.28%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33756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LFW verification accuracy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07792" y="2834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54096" y="296265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16.14 MB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54096" y="333756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ONNX assets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157216" y="2834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96265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674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16.84 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333756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embedding latency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406640" y="2834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296265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52944" y="333756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+ DynamoDB sync proof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628632" y="457200"/>
            <a:ext cx="2519309" cy="5504688"/>
          </a:xfrm>
          <a:prstGeom prst="roundRect">
            <a:avLst>
              <a:gd name="adj" fmla="val 4355"/>
            </a:avLst>
          </a:prstGeom>
          <a:solidFill>
            <a:srgbClr val="111A1D"/>
          </a:solidFill>
          <a:ln w="12700">
            <a:solidFill>
              <a:srgbClr val="111A1D"/>
            </a:solidFill>
            <a:prstDash val="solid"/>
          </a:ln>
        </p:spPr>
      </p:sp>
      <p:pic>
        <p:nvPicPr>
          <p:cNvPr id="19" name="Image 0" descr="C:\Users\divya\OneDrive\Documents\New project\Github-FirstPR\DataLake3Auth_Final_Submission_2026-06-04\presentation_and_docs\assets\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2" y="502920"/>
            <a:ext cx="2427869" cy="54132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28632" y="6035040"/>
            <a:ext cx="25193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app home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658368" y="606247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9B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APK SHA-256: 16DB822E1A9CD4B1C32984799E333AC79EB62B202CF88DF35789A6269163B63B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FIT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frozen build answers the core Android/offline problem with measured evidence.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is preserved before attempting iOS work.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766560" cy="3913632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1188720"/>
              </a:tblGrid>
              <a:tr h="55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Hackathon requirement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implementation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</a:tr>
              <a:tr h="55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Offline recognition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Camera video, local detection, embedding, liveness, matching, SQLite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footprint ~20 MB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16.14 MB combined ONNX assets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&lt;1 second speed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16.84 ms embedding mean; app designed under 1 second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&gt;95% accuracy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97.28% on LFW; 95.49% top-1 with 3 templates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 on public benchmark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Sync and purge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Queue -&gt; API Gateway -&gt; Lambda -&gt; DynamoDB -&gt; local queue purge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Android + iOS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Android validated; iOS native camera validation pending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87452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64424" y="2002536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82-86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64424" y="2377440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score range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9555480" y="187452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01784" y="2002536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674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b14ccd5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701784" y="2377440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Git commit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7818120" y="3035808"/>
            <a:ext cx="32461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8120" y="3035808"/>
            <a:ext cx="73152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3182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submission posture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19288" y="3538728"/>
            <a:ext cx="2916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Android/AWS baseline untouched. Do iOS work on a separate branch and update only if it validates.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818120" y="425196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18120" y="4251960"/>
            <a:ext cx="73152" cy="1143000"/>
          </a:xfrm>
          <a:prstGeom prst="rect">
            <a:avLst/>
          </a:prstGeom>
          <a:solidFill>
            <a:srgbClr val="C84E4E"/>
          </a:solidFill>
          <a:ln w="12700">
            <a:solidFill>
              <a:srgbClr val="C84E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19288" y="439826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honesty note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19288" y="4754880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claim fully iOS compatible yet. Claim React Native scaffold present, Android validated, iOS validation planned on Mac/Xcode.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PROOF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prototype uses the in-app video flow judges asked for.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 are from the final Android app state used for the frozen submission.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8952" y="1783080"/>
            <a:ext cx="1649869" cy="3566160"/>
          </a:xfrm>
          <a:prstGeom prst="roundRect">
            <a:avLst>
              <a:gd name="adj" fmla="val 6651"/>
            </a:avLst>
          </a:prstGeom>
          <a:solidFill>
            <a:srgbClr val="111A1D"/>
          </a:solidFill>
          <a:ln w="12700">
            <a:solidFill>
              <a:srgbClr val="111A1D"/>
            </a:solidFill>
            <a:prstDash val="solid"/>
          </a:ln>
        </p:spPr>
      </p:sp>
      <p:pic>
        <p:nvPicPr>
          <p:cNvPr id="8" name="Image 0" descr="C:\Users\divya\OneDrive\Documents\New project\Github-FirstPR\DataLake3Auth_Final_Submission_2026-06-04\presentation_and_docs\assets\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0"/>
            <a:ext cx="1558429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5422392"/>
            <a:ext cx="16498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Home/status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2697480" y="1783080"/>
            <a:ext cx="1649869" cy="3566160"/>
          </a:xfrm>
          <a:prstGeom prst="roundRect">
            <a:avLst>
              <a:gd name="adj" fmla="val 6651"/>
            </a:avLst>
          </a:prstGeom>
          <a:solidFill>
            <a:srgbClr val="111A1D"/>
          </a:solidFill>
          <a:ln w="12700">
            <a:solidFill>
              <a:srgbClr val="111A1D"/>
            </a:solidFill>
            <a:prstDash val="solid"/>
          </a:ln>
        </p:spPr>
      </p:sp>
      <p:pic>
        <p:nvPicPr>
          <p:cNvPr id="11" name="Image 1" descr="C:\Users\divya\OneDrive\Documents\New project\Github-FirstPR\DataLake3Auth_Final_Submission_2026-06-04\presentation_and_docs\assets\app_en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1558429" cy="3474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5422392"/>
            <a:ext cx="16498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4636008" y="1783080"/>
            <a:ext cx="1649869" cy="3566160"/>
          </a:xfrm>
          <a:prstGeom prst="roundRect">
            <a:avLst>
              <a:gd name="adj" fmla="val 6651"/>
            </a:avLst>
          </a:prstGeom>
          <a:solidFill>
            <a:srgbClr val="111A1D"/>
          </a:solidFill>
          <a:ln w="12700">
            <a:solidFill>
              <a:srgbClr val="111A1D"/>
            </a:solidFill>
            <a:prstDash val="solid"/>
          </a:ln>
        </p:spPr>
      </p:sp>
      <p:pic>
        <p:nvPicPr>
          <p:cNvPr id="14" name="Image 2" descr="C:\Users\divya\OneDrive\Documents\New project\Github-FirstPR\DataLake3Auth_Final_Submission_2026-06-04\presentation_and_docs\assets\app_recor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828800"/>
            <a:ext cx="1558429" cy="34747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36008" y="5422392"/>
            <a:ext cx="16498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</a:t>
            </a:r>
            <a:endParaRPr lang="en-US" sz="820" dirty="0"/>
          </a:p>
        </p:txBody>
      </p:sp>
      <p:sp>
        <p:nvSpPr>
          <p:cNvPr id="16" name="Shape 11"/>
          <p:cNvSpPr/>
          <p:nvPr/>
        </p:nvSpPr>
        <p:spPr>
          <a:xfrm>
            <a:off x="6574536" y="1783080"/>
            <a:ext cx="1649869" cy="3566160"/>
          </a:xfrm>
          <a:prstGeom prst="roundRect">
            <a:avLst>
              <a:gd name="adj" fmla="val 6651"/>
            </a:avLst>
          </a:prstGeom>
          <a:solidFill>
            <a:srgbClr val="111A1D"/>
          </a:solidFill>
          <a:ln w="12700">
            <a:solidFill>
              <a:srgbClr val="111A1D"/>
            </a:solidFill>
            <a:prstDash val="solid"/>
          </a:ln>
        </p:spPr>
      </p:sp>
      <p:pic>
        <p:nvPicPr>
          <p:cNvPr id="17" name="Image 3" descr="C:\Users\divya\OneDrive\Documents\New project\Github-FirstPR\DataLake3Auth_Final_Submission_2026-06-04\presentation_and_docs\assets\app_after_recor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828800"/>
            <a:ext cx="1558429" cy="34747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74536" y="5422392"/>
            <a:ext cx="16498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Frames captured</a:t>
            </a:r>
            <a:endParaRPr lang="en-US" sz="820" dirty="0"/>
          </a:p>
        </p:txBody>
      </p:sp>
      <p:sp>
        <p:nvSpPr>
          <p:cNvPr id="19" name="Shape 13"/>
          <p:cNvSpPr/>
          <p:nvPr/>
        </p:nvSpPr>
        <p:spPr>
          <a:xfrm>
            <a:off x="8513064" y="1783080"/>
            <a:ext cx="1649869" cy="3566160"/>
          </a:xfrm>
          <a:prstGeom prst="roundRect">
            <a:avLst>
              <a:gd name="adj" fmla="val 6651"/>
            </a:avLst>
          </a:prstGeom>
          <a:solidFill>
            <a:srgbClr val="111A1D"/>
          </a:solidFill>
          <a:ln w="12700">
            <a:solidFill>
              <a:srgbClr val="111A1D"/>
            </a:solidFill>
            <a:prstDash val="solid"/>
          </a:ln>
        </p:spPr>
      </p:sp>
      <p:pic>
        <p:nvPicPr>
          <p:cNvPr id="20" name="Image 4" descr="C:\Users\divya\OneDrive\Documents\New project\Github-FirstPR\DataLake3Auth_Final_Submission_2026-06-04\presentation_and_docs\assets\app_verif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1828800"/>
            <a:ext cx="1558429" cy="34747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13064" y="5422392"/>
            <a:ext cx="16498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820" dirty="0"/>
          </a:p>
        </p:txBody>
      </p:sp>
      <p:sp>
        <p:nvSpPr>
          <p:cNvPr id="22" name="Shape 15"/>
          <p:cNvSpPr/>
          <p:nvPr/>
        </p:nvSpPr>
        <p:spPr>
          <a:xfrm>
            <a:off x="731520" y="5687568"/>
            <a:ext cx="96012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31520" y="5687568"/>
            <a:ext cx="73152" cy="4114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932688" y="583387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point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932688" y="6190488"/>
            <a:ext cx="9272016" cy="-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 and verification are video-driven in-app flows; no internet is required for capture, liveness, embedding, or matching.</a:t>
            </a:r>
            <a:endParaRPr lang="en-US" sz="870" dirty="0"/>
          </a:p>
        </p:txBody>
      </p:sp>
      <p:sp>
        <p:nvSpPr>
          <p:cNvPr id="26" name="Text 19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Enrollment and verification share one offline ML pipeline.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stores templates locally and later syncs attendance records.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65960"/>
            <a:ext cx="73152" cy="114300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capture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2468880"/>
            <a:ext cx="10881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3.2s, 6 frames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194560" y="2542032"/>
            <a:ext cx="3200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06040" y="196596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965960"/>
            <a:ext cx="73152" cy="114300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7208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07208" y="2468880"/>
            <a:ext cx="10881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Kit local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023360" y="2542032"/>
            <a:ext cx="3200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196596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965960"/>
            <a:ext cx="73152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Liveness cues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36008" y="2468880"/>
            <a:ext cx="10881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blink/smile/turn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852160" y="2542032"/>
            <a:ext cx="3200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196596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965960"/>
            <a:ext cx="73152" cy="114300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4808" y="2468880"/>
            <a:ext cx="10881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MobileFaceNet ONNX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680960" y="2542032"/>
            <a:ext cx="3200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92440" y="196596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1965960"/>
            <a:ext cx="73152" cy="114300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93608" y="2468880"/>
            <a:ext cx="10881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+ margin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9509760" y="2542032"/>
            <a:ext cx="3200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21240" y="196596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1965960"/>
            <a:ext cx="73152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22408" y="2112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result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122408" y="2468880"/>
            <a:ext cx="10881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+ queue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22960" y="3977640"/>
            <a:ext cx="32918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3977640"/>
            <a:ext cx="73152" cy="13258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123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 output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" y="4480560"/>
            <a:ext cx="296265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templates per worker are saved locally. The final app supports up to 5 templates to improve recognition reliability.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480560" y="3977640"/>
            <a:ext cx="32918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3977640"/>
            <a:ext cx="73152" cy="132588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4123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output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81728" y="4480560"/>
            <a:ext cx="296265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match must pass both similarity threshold and margin against the second-best score.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138160" y="3977640"/>
            <a:ext cx="2743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3977640"/>
            <a:ext cx="73152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9328" y="4123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guarantee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39328" y="4480560"/>
            <a:ext cx="24140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backend call is needed to authenticate a field worker.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compact MobileFaceNet embedding model carries recognition under the size budget.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uses w600k_mbf.onnx for 512-d embeddings and ML Kit for on-device face signals.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5681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512-d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9536" y="23317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output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743200" y="1828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95681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674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112x112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9504" y="23317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crop input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773168" y="1828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5681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19472" y="23317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per worker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803136" y="1828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95681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9440" y="23317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threshold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833104" y="1828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79408" y="195681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674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79408" y="23317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margin</a:t>
            </a:r>
            <a:endParaRPr lang="en-US" sz="88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246120"/>
          <a:ext cx="5897880" cy="1508760"/>
        </p:xfrm>
        <a:graphic>
          <a:graphicData uri="http://schemas.openxmlformats.org/drawingml/2006/table">
            <a:tbl>
              <a:tblPr/>
              <a:tblGrid>
                <a:gridCol w="1417320"/>
                <a:gridCol w="3611880"/>
                <a:gridCol w="868680"/>
              </a:tblGrid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Asset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Size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w600k_mbf.onnx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MobileFaceNet / ArcFace-style face recognition embedding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13.62 MB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det_500m.onnx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SCRFD backup/reference detector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2.52 MB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 Kit Face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face detector plus eye/smile/head signals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Runtime/device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086600" y="3246120"/>
            <a:ext cx="35661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86600" y="3246120"/>
            <a:ext cx="73152" cy="150876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87768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hash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287768" y="3749040"/>
            <a:ext cx="32369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9CC6E4A75F0E2BF0B1AED94578F144D15175F357BDC05E815E5C4A02B319EB4F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777240" y="5166360"/>
            <a:ext cx="9875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" y="5166360"/>
            <a:ext cx="73152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408" y="531266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78408" y="5669280"/>
            <a:ext cx="9546336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footprint is under the 20 MB target while keeping a standard face-embedding architecture suitable for mobile offline matching.</a:t>
            </a:r>
            <a:endParaRPr lang="en-US" sz="870" dirty="0"/>
          </a:p>
        </p:txBody>
      </p:sp>
      <p:sp>
        <p:nvSpPr>
          <p:cNvPr id="31" name="Text 28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EVIDENCE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Recognition clears the &gt;95% target on a public verification protocol.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LFW validates recognition strength; field/liveness testing remains separate.</a:t>
            </a:r>
            <a:endParaRPr lang="en-US" sz="1050" dirty="0"/>
          </a:p>
        </p:txBody>
      </p:sp>
      <p:pic>
        <p:nvPicPr>
          <p:cNvPr id="7" name="Image 0" descr="C:\Users\divya\OneDrive\Documents\New project\Github-FirstPR\DataLake3Auth_Final_Submission_2026-06-04\presentation_and_docs\assets\benchmark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53212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7830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92824" y="191109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97.28%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92824" y="228600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LFW accuracy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8321040" y="17830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67344" y="191109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84E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1.53%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67344" y="228600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accept rate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446520" y="29260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92824" y="305409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674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95.49%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92824" y="342900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top-1, 3 templates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8321040" y="29260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67344" y="305409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97.21%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67344" y="342900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top-1, 5 templates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388352" y="40690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34656" y="419709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16.84 ms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534656" y="457200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embedding mean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31520" y="5120640"/>
            <a:ext cx="9784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5120640"/>
            <a:ext cx="7315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2688" y="526694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" y="5623560"/>
            <a:ext cx="94548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LFW is not an Indian outdoor field-worker or spoof dataset. Report it as recognition-model evidence, not full field robustness evidence.</a:t>
            </a:r>
            <a:endParaRPr lang="en-US" sz="870" dirty="0"/>
          </a:p>
        </p:txBody>
      </p:sp>
      <p:sp>
        <p:nvSpPr>
          <p:cNvPr id="27" name="Text 24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LIVENESS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prototype adds active video cues without adding a heavy spoof model.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hackathon-grade liveness; production spoof resistance needs deeper testing.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188720" cy="1188720"/>
          </a:xfrm>
          <a:prstGeom prst="arc">
            <a:avLst/>
          </a:prstGeom>
          <a:noFill/>
          <a:ln w="50800">
            <a:solidFill>
              <a:srgbClr val="1FA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1188720" cy="1188720"/>
          </a:xfrm>
          <a:prstGeom prst="arc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1965960"/>
            <a:ext cx="1188720" cy="1188720"/>
          </a:xfrm>
          <a:prstGeom prst="arc">
            <a:avLst/>
          </a:prstGeom>
          <a:noFill/>
          <a:ln w="50800">
            <a:solidFill>
              <a:srgbClr val="4674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turn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66760" y="1965960"/>
            <a:ext cx="1188720" cy="1188720"/>
          </a:xfrm>
          <a:prstGeom prst="arc">
            <a:avLst/>
          </a:prstGeom>
          <a:noFill/>
          <a:ln w="50800">
            <a:solidFill>
              <a:srgbClr val="1F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quality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3977640"/>
          <a:ext cx="5577840" cy="1444752"/>
        </p:xfrm>
        <a:graphic>
          <a:graphicData uri="http://schemas.openxmlformats.org/drawingml/2006/table">
            <a:tbl>
              <a:tblPr/>
              <a:tblGrid>
                <a:gridCol w="1234440"/>
                <a:gridCol w="1965960"/>
                <a:gridCol w="2377440"/>
              </a:tblGrid>
              <a:tr h="288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Blink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Eye open probability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 static photo attempts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Smile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Smile probability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Adds expression challenge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 movement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Euler angles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Adds pose/motion evidence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Texture/quality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Bounds and landmarks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 poor or unusable captures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86600" y="3977640"/>
            <a:ext cx="34747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86600" y="3977640"/>
            <a:ext cx="73152" cy="1417320"/>
          </a:xfrm>
          <a:prstGeom prst="rect">
            <a:avLst/>
          </a:prstGeom>
          <a:solidFill>
            <a:srgbClr val="C84E4E"/>
          </a:solidFill>
          <a:ln w="12700">
            <a:solidFill>
              <a:srgbClr val="C84E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87768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87768" y="4480560"/>
            <a:ext cx="31455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liveness is basic. A production upgrade should add replay/screen detection and a small anti-spoof classifier.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AND STORAGE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app is offline-first and keeps biometric templates on the phone.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operational metadata and attendance records are sent to the backend.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874520"/>
          <a:ext cx="6080760" cy="2240280"/>
        </p:xfrm>
        <a:graphic>
          <a:graphicData uri="http://schemas.openxmlformats.org/drawingml/2006/table">
            <a:tbl>
              <a:tblPr/>
              <a:tblGrid>
                <a:gridCol w="1417320"/>
                <a:gridCol w="2468880"/>
                <a:gridCol w="219456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table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Sync behavior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enrolled_workers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Worker profile metadata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sync metadata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face_templates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512-d embeddings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only by design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attendance_logs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Verification records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Queued and synced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sync_queue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 backend operations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Purged after success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app_config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Settings/state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87452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23760" y="1874520"/>
            <a:ext cx="73152" cy="114300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24928" y="2020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claim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24928" y="2377440"/>
            <a:ext cx="30998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embeddings are not included in default backend sync payloads.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7223760" y="3310128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23760" y="3310128"/>
            <a:ext cx="73152" cy="114300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4928" y="34564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guarantee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24928" y="3813048"/>
            <a:ext cx="30998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Enrollment, verification, matching, and attendance logging can continue without active internet.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223760" y="4736592"/>
            <a:ext cx="3429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23760" y="4736592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48828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Purge behavior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24928" y="5239512"/>
            <a:ext cx="309981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queue items are marked synced and removed from sync_queue.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SYNC PROOF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backend now stores received sync records, not just logs them.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CloudWatch and DynamoDB evidence validate the sync requirement.</a:t>
            </a:r>
            <a:endParaRPr lang="en-US" sz="1050" dirty="0"/>
          </a:p>
        </p:txBody>
      </p:sp>
      <p:pic>
        <p:nvPicPr>
          <p:cNvPr id="7" name="Image 0" descr="C:\Users\divya\OneDrive\Documents\New project\Github-FirstPR\DataLake3Auth_Final_Submission_2026-06-04\presentation_and_docs\assets\evidence_cloud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074920" cy="2852928"/>
          </a:xfrm>
          <a:prstGeom prst="rect">
            <a:avLst/>
          </a:prstGeom>
        </p:spPr>
      </p:pic>
      <p:pic>
        <p:nvPicPr>
          <p:cNvPr id="8" name="Image 1" descr="C:\Users\divya\OneDrive\Documents\New project\Github-FirstPR\DataLake3Auth_Final_Submission_2026-06-04\presentation_and_docs\assets\evidence_dynamo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074920" cy="28529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" y="4800600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" y="4800600"/>
            <a:ext cx="73152" cy="82296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86968" y="4946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endpoint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86968" y="5303520"/>
            <a:ext cx="2871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https://v8ihgcm30b.execute-api.ap-southeast-2.amazonaws.com/v1</a:t>
            </a:r>
            <a:endParaRPr lang="en-US" sz="870" dirty="0"/>
          </a:p>
        </p:txBody>
      </p:sp>
      <p:sp>
        <p:nvSpPr>
          <p:cNvPr id="13" name="Shape 9"/>
          <p:cNvSpPr/>
          <p:nvPr/>
        </p:nvSpPr>
        <p:spPr>
          <a:xfrm>
            <a:off x="4206240" y="4800600"/>
            <a:ext cx="26517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0" y="4800600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07408" y="4946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07408" y="5303520"/>
            <a:ext cx="2322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datalake3auth-sync-ingest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7178040" y="4800600"/>
            <a:ext cx="28346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78040" y="4800600"/>
            <a:ext cx="73152" cy="82296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79208" y="4946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379208" y="5303520"/>
            <a:ext cx="2505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DataLake3AuthSyncRecords</a:t>
            </a:r>
            <a:endParaRPr lang="en-US" sz="870" dirty="0"/>
          </a:p>
        </p:txBody>
      </p:sp>
      <p:sp>
        <p:nvSpPr>
          <p:cNvPr id="21" name="Text 17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Queue, retry, acknowledge, purge: the offline-to-online loop is explicit.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 judges asked for in remote locations.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530352" cy="530352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8483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" y="278892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788920"/>
            <a:ext cx="73152" cy="10972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9352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write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" y="3291840"/>
            <a:ext cx="14264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stored immediately in SQLite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1508760" y="2231136"/>
            <a:ext cx="12344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1965960"/>
            <a:ext cx="530352" cy="530352"/>
          </a:xfrm>
          <a:prstGeom prst="ellipse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08483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2928" y="278892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2788920"/>
            <a:ext cx="73152" cy="109728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29352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item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54096" y="3291840"/>
            <a:ext cx="14264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sync_queue entry created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657600" y="2231136"/>
            <a:ext cx="12344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1965960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08483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01768" y="278892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1768" y="2788920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2936" y="29352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POST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02936" y="3291840"/>
            <a:ext cx="14264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SyncService sends records when online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806440" y="2231136"/>
            <a:ext cx="12344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15200" y="1965960"/>
            <a:ext cx="530352" cy="530352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08483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0608" y="278892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0608" y="2788920"/>
            <a:ext cx="73152" cy="10972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29352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write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51776" y="3291840"/>
            <a:ext cx="14264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writes DynamoDB item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955280" y="2231136"/>
            <a:ext cx="1234440" cy="0"/>
          </a:xfrm>
          <a:prstGeom prst="line">
            <a:avLst/>
          </a:prstGeom>
          <a:noFill/>
          <a:ln w="25400">
            <a:solidFill>
              <a:srgbClr val="102024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464040" y="1965960"/>
            <a:ext cx="530352" cy="530352"/>
          </a:xfrm>
          <a:prstGeom prst="ellipse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0" y="2084832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99448" y="2788920"/>
            <a:ext cx="175564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99448" y="2788920"/>
            <a:ext cx="73152" cy="109728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0616" y="29352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500616" y="3291840"/>
            <a:ext cx="14264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Synced queue rows are deleted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1051560" y="4754880"/>
            <a:ext cx="4251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" y="4754880"/>
            <a:ext cx="73152" cy="841248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52728" y="49011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logic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52728" y="5257800"/>
            <a:ext cx="3922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retry count is 5. Network failures are retried later instead of losing offline records.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5623560" y="4754880"/>
            <a:ext cx="4251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23560" y="4754880"/>
            <a:ext cx="73152" cy="841248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24728" y="49011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24728" y="5257800"/>
            <a:ext cx="39227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batch size is 50 items, grouped by table name for the /sync/{tableName} route.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GUIDE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prototype can be rebuilt and validated from the frozen folder.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practical setup steps for evaluators or teammates.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6583680" cy="2240280"/>
        </p:xfrm>
        <a:graphic>
          <a:graphicData uri="http://schemas.openxmlformats.org/drawingml/2006/table">
            <a:tbl>
              <a:tblPr/>
              <a:tblGrid>
                <a:gridCol w="1554480"/>
                <a:gridCol w="502920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 or action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Mobile setup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npm install; cd android &amp;&amp; gradlew assembleRelease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assets/models/w600k_mbf.onnx and det_500m.onnx are present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AWS API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 /v1/sync/{tableName} -&gt; Lambda integration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Lambda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Parse records array and PutItem into DataLake3AuthSyncRecords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Tap sync in app; confirm CloudWatch payload and DynamoDB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828800"/>
            <a:ext cx="28803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26680" y="1828800"/>
            <a:ext cx="73152" cy="10972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7848" y="19751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APK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27848" y="2331720"/>
            <a:ext cx="25511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DataLake3Auth-aws-sync-release.apk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7726680" y="3246120"/>
            <a:ext cx="28803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26680" y="3246120"/>
            <a:ext cx="73152" cy="109728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27848" y="3392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checkpoint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27848" y="3749040"/>
            <a:ext cx="25511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b14ccd5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726680" y="4663440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6680" y="466344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27848" y="48097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table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27848" y="5166360"/>
            <a:ext cx="255117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DataLake3AuthSyncRecords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SCORECARD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strongest honest score is around 82-86/100 after DynamoDB proof.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strong for Android validation; iOS remains the biggest gap.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6400800" cy="224028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118872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Criteria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4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Innovation / 30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Light MobileFaceNet, offline liveness cues, under 20 MB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23-25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Feasibility / 30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Android app works, offline verification, sub-second target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25-27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Scalability / 20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Sync queue plus Lambda/DynamoDB persistence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17-18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Docs / 20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PPTX, PDF, source, APK, benchmark evidence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17-18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/ 100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Android-first working prototype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2438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82-86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8288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81544" y="195681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82-86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81544" y="233172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total range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635240" y="315468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3154680"/>
            <a:ext cx="73152" cy="914400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36408" y="33009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claim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36408" y="3657600"/>
            <a:ext cx="25511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validated offline face recognition with AWS sync proof and measured recognition benchmark.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7635240" y="440740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4407408"/>
            <a:ext cx="73152" cy="914400"/>
          </a:xfrm>
          <a:prstGeom prst="rect">
            <a:avLst/>
          </a:prstGeom>
          <a:solidFill>
            <a:srgbClr val="C84E4E"/>
          </a:solidFill>
          <a:ln w="12700">
            <a:solidFill>
              <a:srgbClr val="C84E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6408" y="45537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overclaim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36408" y="4910328"/>
            <a:ext cx="25511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say fully iOS validated until a Mac/Xcode build and camera flow pass.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 w="12700">
            <a:solidFill>
              <a:srgbClr val="F6F8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38912"/>
            <a:ext cx="420624" cy="0"/>
          </a:xfrm>
          <a:prstGeom prst="line">
            <a:avLst/>
          </a:prstGeom>
          <a:noFill/>
          <a:ln w="254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347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A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iOS should be pursued without touching the Android baseline.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533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this deck and commit as the safe frozen submission.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29260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28800"/>
            <a:ext cx="73152" cy="1078992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Freeze Android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2331720"/>
            <a:ext cx="25968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commit b14ccd5 as the final Android/AWS validated backup.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977640" y="1828800"/>
            <a:ext cx="29260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1828800"/>
            <a:ext cx="73152" cy="1078992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Branch for 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78808" y="2331720"/>
            <a:ext cx="25968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separate iOS validation branch on Mac with Xcode and CocoaPods.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178040" y="1828800"/>
            <a:ext cx="29260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828800"/>
            <a:ext cx="73152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Implement iOS camera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79208" y="2331720"/>
            <a:ext cx="25968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AVFoundation/Vision native DataLakeCamera or a cross-platform camera replacement.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77240" y="3383280"/>
            <a:ext cx="29260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383280"/>
            <a:ext cx="73152" cy="1078992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Field 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3886200"/>
            <a:ext cx="25968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consenting Indian outdoor samples across lighting conditions.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977640" y="3383280"/>
            <a:ext cx="29260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3383280"/>
            <a:ext cx="73152" cy="1078992"/>
          </a:xfrm>
          <a:prstGeom prst="rect">
            <a:avLst/>
          </a:prstGeom>
          <a:solidFill>
            <a:srgbClr val="C84E4E"/>
          </a:solidFill>
          <a:ln w="12700">
            <a:solidFill>
              <a:srgbClr val="C84E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78808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Harden liveness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78808" y="3886200"/>
            <a:ext cx="25968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replay/screen attack checks and anti-spoof benchmark.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7178040" y="3383280"/>
            <a:ext cx="292608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3383280"/>
            <a:ext cx="73152" cy="1078992"/>
          </a:xfrm>
          <a:prstGeom prst="rect">
            <a:avLst/>
          </a:prstGeom>
          <a:solidFill>
            <a:srgbClr val="4674AE"/>
          </a:solidFill>
          <a:ln w="12700">
            <a:solidFill>
              <a:srgbClr val="4674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9208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0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Backend hardening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79208" y="3886200"/>
            <a:ext cx="25968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IAM, auth token, dedupe keys, operational monitoring.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24"/>
          </a:solidFill>
          <a:ln w="12700">
            <a:solidFill>
              <a:srgbClr val="1020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Submission-ready baseline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offline authentication, benchmark evidence, and AWS persistence proof are now frozen together.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13232" y="23317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28346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release included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999232" y="23317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536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674A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45536" y="28346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included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285232" y="23317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31536" y="28346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LFW reports included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571232" y="23317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173238"/>
          </a:solidFill>
          <a:ln w="12700">
            <a:solidFill>
              <a:srgbClr val="244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17536" y="24597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A3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17536" y="28346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CloudWatch + DynamoDB proof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692640" y="868680"/>
            <a:ext cx="2039477" cy="4434840"/>
          </a:xfrm>
          <a:prstGeom prst="roundRect">
            <a:avLst>
              <a:gd name="adj" fmla="val 5380"/>
            </a:avLst>
          </a:prstGeom>
          <a:solidFill>
            <a:srgbClr val="111A1D"/>
          </a:solidFill>
          <a:ln w="12700">
            <a:solidFill>
              <a:srgbClr val="111A1D"/>
            </a:solidFill>
            <a:prstDash val="solid"/>
          </a:ln>
        </p:spPr>
      </p:sp>
      <p:pic>
        <p:nvPicPr>
          <p:cNvPr id="18" name="Image 0" descr="C:\Users\divya\OneDrive\Documents\New project\Github-FirstPR\DataLake3Auth_Final_Submission_2026-06-04\presentation_and_docs\assets\app_syn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914400"/>
            <a:ext cx="1948037" cy="4343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92640" y="5376672"/>
            <a:ext cx="20394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Sync-ready Android app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713232" y="5303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folder: DataLake3Auth_Final_Submission_2026-06-04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3232" y="5715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5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live demo: enroll by video -&gt; verify by video -&gt; show local attendance -&gt; tap sync -&gt; show DynamoDB item.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148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DataLake3Auth | Hackathon 7.0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38428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C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DataLake3Auth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DataLake3Auth Final Android AWS Submission</dc:title>
  <dc:subject>Hackathon 7.0 offline facial recognition and liveness detection</dc:subject>
  <dc:creator>DataLake3Auth Team</dc:creator>
  <cp:lastModifiedBy>DataLake3Auth Team</cp:lastModifiedBy>
  <cp:revision>1</cp:revision>
  <dcterms:created xsi:type="dcterms:W3CDTF">2026-06-05T06:38:05Z</dcterms:created>
  <dcterms:modified xsi:type="dcterms:W3CDTF">2026-06-05T06:38:05Z</dcterms:modified>
</cp:coreProperties>
</file>