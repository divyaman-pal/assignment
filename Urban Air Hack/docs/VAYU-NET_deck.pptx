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6EDF3"/>
                </a:solidFill>
                <a:latin typeface="Arial"/>
              </a:rPr>
              <a:t>PM2.5 forecast RMSE (lower is better) — test window = hardest 36h incl. NYE spike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VAYU-NET model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6h</c:v>
                  </c:pt>
                  <c:pt idx="1">
                    <c:v>12h</c:v>
                  </c:pt>
                  <c:pt idx="2">
                    <c:v>24h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59.5</c:v>
                </c:pt>
                <c:pt idx="1">
                  <c:v>57.8</c:v>
                </c:pt>
                <c:pt idx="2">
                  <c:v>52.5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 baseline</c:v>
                </c:pt>
              </c:strCache>
            </c:strRef>
          </c:tx>
          <c:spPr>
            <a:solidFill>
              <a:srgbClr val="444C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6h</c:v>
                  </c:pt>
                  <c:pt idx="1">
                    <c:v>12h</c:v>
                  </c:pt>
                  <c:pt idx="2">
                    <c:v>24h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101.8</c:v>
                </c:pt>
                <c:pt idx="1">
                  <c:v>116.5</c:v>
                </c:pt>
                <c:pt idx="2">
                  <c:v>79.2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VAYU-NET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68680" y="2926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India's 900 air-quality sensors never had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attribution → forecast → enforcement → advisory</a:t>
            </a:r>
            <a:pPr indent="0" marL="0">
              <a:buNone/>
            </a:pPr>
            <a:r>
              <a:rPr lang="en-US" sz="16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1.5 seconds, not 3 days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448056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vayu-net-ten.vercel.app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448056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cities · real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448056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F088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Divyaman Pal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exists. The intelligence layer doesn't.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CAAQMS sensors deployed under NCAP — measuring, not acting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355080" y="23317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monitored cities have ANY response protocol tied to readings (CAG audit,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A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deaths/year from air pollution in India (Lancet Planetary Health)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A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days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355080" y="4251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lag from pollution signal to any coordinated intervention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16, 2025 — Bombay High Court summons BMC over toxic air. The city's answer: a source-attribution system </a:t>
            </a:r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being designed.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built it. It's deployed.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agents, one auditable loop</a:t>
            </a:r>
            <a:endParaRPr lang="en-US" sz="3200" dirty="0"/>
          </a:p>
        </p:txBody>
      </p:sp>
      <p:pic>
        <p:nvPicPr>
          <p:cNvPr id="3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097280"/>
            <a:ext cx="896112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work: the New Year's Eve crisis, replayed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t+0.28s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168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97680" y="13258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pollution spike events detected across Delhi stations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t+0.41s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207568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207568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fireworks/burning + 3 traffic — satellite fire layer corroborating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t+0.96s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825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82549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PM2.5 issued for 72 stations (RMSE 34% better than baseline)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5753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t+1.08s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35753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57530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wards ranked; evidence packs with legal basis generated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3251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t+1.45s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3251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43251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health alerts issued for vulnerable groups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5212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1.46s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035040" y="6053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on live deployment — vs multi-day manual coordination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CPCB readings · Dec 31, 2025 18:00 – Jan 1, 2026 02:00 · every step logged to an audit 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 that shows its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analysis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 pollution arrives from (CPF)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74720" y="1371600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fingerprint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vs combustion via PM2.5/PM10 ratio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852928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signature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NO2/CO=traffic · SO2=industry · NH3=burning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2852928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pattern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 vs midnight vs 24h-flat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334256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satellite fires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anomaly vs local baseline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0" y="4334256"/>
            <a:ext cx="2834640" cy="129844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context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NYE, Diwali, stubble season priors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output (Vivek Vihar, NYE):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5120640" cy="310896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burning/fireworks — 86.9% confidence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PM2.5/PM10 ratio 0.66 — combustion aerosol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NH3 above station's 75th percentile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00:00 — late-night burning window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Calm winds 0.4 m/s — inversion trapping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VIIRS fire activity 3.7× period average (NASA)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invents the verdict — it fuses six measured signals into a scored, inspectable claim.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Supreme Court-mandated CAQM unified inventory (Jan 2026) — side-by-side in the product, with honest notes where an episode week differs from a seasonal average.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benchmarked the way judges asked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76656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-34%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549640" y="14630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persistence at 24h (-50% at 12h)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766560" y="289864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49640" y="294436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grid, 3,107 cells, coverage honestly masked &gt;8 km from sensors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66560" y="437997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549640" y="4425696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horizons trained; we print 'no honest backtest possible on one week of data' instead of inventing numbers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hotspot to inspector-ready paper</a:t>
            </a:r>
            <a:endParaRPr lang="en-US" sz="3000" dirty="0"/>
          </a:p>
        </p:txBody>
      </p:sp>
      <p:pic>
        <p:nvPicPr>
          <p:cNvPr id="3" name="Image 0" descr="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143000"/>
            <a:ext cx="3977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= severity × confidence × persistence × vulnerability
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— exposure above CPCB Moderate band
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— from the attribution engine (0–1)
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hours the ward stayed in event state
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— real schools + hospitals in the ward (6,000+ facilities mapped from OpenStreetMap)
</a:t>
            </a:r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ships a one-page evidence pack:
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chart · pollution rose · evidence bullets · at-risk facilities · statute mapping (Air Act s.19(5)/s.31A, C&amp;D Rules, GRAP, MV Act) — fixed lookup, no AI near legal text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5669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layer the CAG found missing in 69% of monitored cities.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hear it in their language — safely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035040" cy="9326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Ward-level, not city-level
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557 wards gets its own forecast-driven alert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6035040" cy="9326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groups first
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elderly · outdoor workers — different actions each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529584"/>
            <a:ext cx="6035040" cy="9326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CPCB's official health text
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per AQI band — the LLM cannot alter health claims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08576"/>
            <a:ext cx="6035040" cy="9326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translation only
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हिंदी · मराठी · ಕನ್ನಡ — validated output, template fallback, $10 hard budget cap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1371600"/>
            <a:ext cx="4937760" cy="420624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(Rohini ward, elderly):
</a:t>
            </a:r>
            <a:pPr indent="0" marL="0"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"Air quality alert for Rohini: forecast AQI 380 (Very Poor) in the next 24 hours. Respiratory illness on prolonged exposure. Stay indoors during peak hours; keep medication at hand."
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sentence was free-generated: band text is CPCB's own wording; numbers come from the forecast table.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cities on day one. A fourth in 20 minutes.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5544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(episode)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scoring formula across cities → a commissioner sees instantly that Delhi's NYE week demanded ~6× Mumbai's response.
</a:t>
            </a:r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city #4: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ward-boundary file + 1 config block. Every data source is national: CPCB sensors, NASA FIRMS, OpenStreetMap, data.gov.in.
</a:t>
            </a:r>
            <a:pPr indent="0" marL="0">
              <a:buNone/>
            </a:pPr>
            <a:r>
              <a:rPr lang="en-US" sz="12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cost: ~₹8k/city/month on free-tier-class infra — the intelligence layer reuses the crores already spent on sensors.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Vercel (web) + Railway (API) — both auto-deploy from the public GitHub repo.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 a skeptical judge can't break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step logged with inputs/outputs — every UI claim joins back to a database row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434840" y="1463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data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coordinates accepted only when two independent government snapshots agree: 444 verified, 0 conflicts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0" y="1463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metrics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 contains the hardest event; 48/72h say 'no honest backtest' instead of fake numbers; grid masks uncovered areas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AI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verdicts are computed, not generated; LLM only translates; legal text is a fixed lookup; $10 hard spend cap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3749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check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shares displayed against the SC-mandated CAQM inventory — deviations explained, not hidden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0" y="3749040"/>
            <a:ext cx="3749040" cy="21031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everything
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ODbL/CC-BY/public data only · full pipeline reproducible with one 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measured its air for a decade.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VAYU-NET is what acting on it looks like.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product:  </a:t>
            </a:r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vayu-net-ten.vercel.app
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 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assignment-production-816f.up.railway.app
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github.com/divyaman-pal/Assignment — Urban Air Hack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live CPCB feed (fetcher ships in repo) · WRF dispersion coupling · IVR rollout · NCAP city onboarding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VAYU-NET · vayu-net-ten.vercel.app ·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2026-07-11T10:11:33Z</dcterms:created>
  <dcterms:modified xsi:type="dcterms:W3CDTF">2026-07-11T10:11:33Z</dcterms:modified>
</cp:coreProperties>
</file>